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xample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Markdown Fixture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Markdown</a:t>
            </a:r>
            <a:r>
              <a:rPr/>
              <a:t> document used for tests.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Offline document embedding</a:t>
            </a:r>
          </a:p>
          <a:p>
            <a:pPr lvl="0"/>
            <a:r>
              <a:rPr/>
              <a:t>Semantic search over local files</a:t>
            </a:r>
          </a:p>
          <a:p>
            <a:pPr lvl="0"/>
            <a:r>
              <a:rPr/>
              <a:t>Multiple formats: PDF, DOCX, PPTX, XLSX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pdftotext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pandoc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XLSX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libreoffice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Inline </a:t>
            </a:r>
            <a:r>
              <a:rPr>
                <a:latin typeface="Courier"/>
              </a:rPr>
              <a:t>code</a:t>
            </a:r>
            <a:r>
              <a:rPr/>
              <a:t> and a </a:t>
            </a:r>
            <a:r>
              <a:rPr>
                <a:hlinkClick r:id="rId2"/>
              </a:rPr>
              <a:t>link</a:t>
            </a:r>
            <a:r>
              <a:rPr/>
              <a:t> round out the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2026-09-30T18:32:28Z</dcterms:created>
  <dcterms:modified xsi:type="dcterms:W3CDTF">2026-09-30T18:32:28Z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